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zh-TW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1874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佔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3" name="日期佔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zh-TW"/>
              <a:t>10/30/2013</a:t>
            </a:fld>
            <a:endParaRPr lang="zh-TW"/>
          </a:p>
        </p:txBody>
      </p:sp>
      <p:sp>
        <p:nvSpPr>
          <p:cNvPr id="4" name="幻燈片圖像佔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TW"/>
          </a:p>
        </p:txBody>
      </p:sp>
      <p:sp>
        <p:nvSpPr>
          <p:cNvPr id="5" name="備註 佔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TW"/>
              <a:t>單擊以編輯主文本樣式</a:t>
            </a:r>
            <a:endParaRPr/>
          </a:p>
          <a:p>
            <a:pPr lvl="1">
              <a:defRPr/>
            </a:pPr>
            <a:r>
              <a:rPr lang="zh-TW"/>
              <a:t>第二級</a:t>
            </a:r>
            <a:endParaRPr/>
          </a:p>
          <a:p>
            <a:pPr lvl="2">
              <a:defRPr/>
            </a:pPr>
            <a:r>
              <a:rPr lang="zh-TW"/>
              <a:t>三級</a:t>
            </a:r>
            <a:endParaRPr/>
          </a:p>
          <a:p>
            <a:pPr lvl="3">
              <a:defRPr/>
            </a:pPr>
            <a:r>
              <a:rPr lang="zh-TW"/>
              <a:t>第四級</a:t>
            </a:r>
            <a:endParaRPr/>
          </a:p>
          <a:p>
            <a:pPr lvl="4">
              <a:defRPr/>
            </a:pPr>
            <a:r>
              <a:rPr lang="zh-TW"/>
              <a:t>第五級</a:t>
            </a:r>
            <a:endParaRPr lang="zh-TW"/>
          </a:p>
        </p:txBody>
      </p:sp>
      <p:sp>
        <p:nvSpPr>
          <p:cNvPr id="6" name="頁腳佔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幻燈片編號佔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燈片圖像佔位符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備註 佔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TW">
              <a:latin typeface="Arial"/>
              <a:cs typeface="Arial"/>
            </a:endParaRPr>
          </a:p>
        </p:txBody>
      </p:sp>
      <p:sp>
        <p:nvSpPr>
          <p:cNvPr id="4" name="幻燈片編號佔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TW"/>
              <a:t>1</a:t>
            </a:fld>
            <a:endParaRPr lang="zh-TW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13CA0C-1562-4F5F-AFD4-FDD5A31CFD63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2C903-99DB-49BE-A4A5-09E5CC2A0BE5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8F4A9-B666-085A-6E14-36D611123FE7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C872C9-1EA4-1388-D662-503220E23D9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750D6E-EFD8-6EEE-F777-B49C68134AD0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EB1046-45E3-21DE-857D-AAF310BD430C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090C84-95B5-F323-A804-BE4711447D83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D36697-3C35-1CCE-252B-2ACBF16162BC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BF047D-452D-CF01-4A58-F74E1972F0FE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E33BAF-DBE2-3981-637E-9EC1ED5A41B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標題投影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TW"/>
              <a:t>按一下以編輯母片副標題樣式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標題及物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章節標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兩項物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對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只有標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含標題的內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含標題的圖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TW"/>
              <a:t>點擊圖標添加圖片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標題及直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直排標題及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akeapi.platzi.com/en/rest/products/" TargetMode="External"/><Relationship Id="rId4" Type="http://schemas.openxmlformats.org/officeDocument/2006/relationships/hyperlink" Target="https://api.escuelajs.co/api/v1/products" TargetMode="External"/><Relationship Id="rId5" Type="http://schemas.openxmlformats.org/officeDocument/2006/relationships/hyperlink" Target="https://api.escuelajs.co/docs#/users/UsersController_getAll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akestoreapi.com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akeapi.platzi.com/en/rest/products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購物車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584347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舊</a:t>
            </a:r>
            <a:endParaRPr/>
          </a:p>
        </p:txBody>
      </p:sp>
      <p:sp>
        <p:nvSpPr>
          <p:cNvPr id="911254632" name="內容版面配置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TW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https://fakeapi.platzi.com/en/rest/products/"/>
              </a:rPr>
              <a:t>https://fakeapi.platzi.com/en/rest/products/</a:t>
            </a:r>
            <a:endParaRPr/>
          </a:p>
          <a:p>
            <a:pPr>
              <a:defRPr/>
            </a:pPr>
            <a:r>
              <a:rPr lang="zh-TW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https://api.escuelajs.co/api/v1/products"/>
              </a:rPr>
              <a:t>https://api.escuelajs.co/api/v1/products</a:t>
            </a:r>
            <a:endParaRPr/>
          </a:p>
          <a:p>
            <a:pPr>
              <a:defRPr/>
            </a:pPr>
            <a:r>
              <a:rPr lang="zh-TW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https://api.escuelajs.co/docs#/users/UsersController_getAll"/>
              </a:rPr>
              <a:t>https://api.escuelajs.co/docs#/users/UsersController_getAll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043132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324367" name="內容版面配置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TW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https://fakestoreapi.com/"/>
              </a:rPr>
              <a:t>https://fakestoreapi.com/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368035" name=""/>
          <p:cNvSpPr txBox="1"/>
          <p:nvPr/>
        </p:nvSpPr>
        <p:spPr bwMode="auto">
          <a:xfrm flipH="0" flipV="0">
            <a:off x="7099791" y="182700"/>
            <a:ext cx="4580174" cy="6492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000"/>
              <a:t>📄 頁面結構建議</a:t>
            </a:r>
            <a:endParaRPr sz="1000"/>
          </a:p>
          <a:p>
            <a:pPr algn="l">
              <a:defRPr/>
            </a:pPr>
            <a:r>
              <a:rPr sz="1000"/>
              <a:t>1. 🏠 首頁（商品列表頁）</a:t>
            </a:r>
            <a:endParaRPr sz="1000"/>
          </a:p>
          <a:p>
            <a:pPr algn="l">
              <a:defRPr/>
            </a:pPr>
            <a:r>
              <a:rPr sz="1000"/>
              <a:t>功能：</a:t>
            </a:r>
            <a:endParaRPr sz="1000"/>
          </a:p>
          <a:p>
            <a:pPr algn="l">
              <a:defRPr/>
            </a:pPr>
            <a:r>
              <a:rPr sz="1000"/>
              <a:t>從 API 抓商品清單</a:t>
            </a:r>
            <a:endParaRPr sz="1000"/>
          </a:p>
          <a:p>
            <a:pPr algn="l">
              <a:defRPr/>
            </a:pPr>
            <a:r>
              <a:rPr sz="1000"/>
              <a:t>顯示商品卡片（圖片 / 名稱 / 價格 / 加入購物車按鈕）</a:t>
            </a:r>
            <a:endParaRPr sz="1000"/>
          </a:p>
          <a:p>
            <a:pPr algn="l">
              <a:defRPr/>
            </a:pPr>
            <a:r>
              <a:rPr sz="1000"/>
              <a:t>篩選 / 搜尋功能（可加分）</a:t>
            </a:r>
            <a:endParaRPr sz="1000"/>
          </a:p>
          <a:p>
            <a:pPr algn="l">
              <a:defRPr/>
            </a:pPr>
            <a:r>
              <a:rPr sz="1000"/>
              <a:t>點擊商品圖片 → 進入「商品詳情頁」</a:t>
            </a:r>
            <a:endParaRPr sz="1000"/>
          </a:p>
          <a:p>
            <a:pPr algn="l">
              <a:defRPr/>
            </a:pPr>
            <a:r>
              <a:rPr sz="1000"/>
              <a:t>UI 建議：</a:t>
            </a:r>
            <a:endParaRPr sz="1000"/>
          </a:p>
          <a:p>
            <a:pPr algn="l">
              <a:defRPr/>
            </a:pPr>
            <a:r>
              <a:rPr sz="1000"/>
              <a:t>Navbar（含 logo、購物車 icon、有數字顯示商品數量）</a:t>
            </a:r>
            <a:endParaRPr sz="1000"/>
          </a:p>
          <a:p>
            <a:pPr algn="l">
              <a:defRPr/>
            </a:pPr>
            <a:r>
              <a:rPr sz="1000"/>
              <a:t>商品卡片格狀排列</a:t>
            </a:r>
            <a:endParaRPr sz="1000"/>
          </a:p>
          <a:p>
            <a:pPr algn="l">
              <a:defRPr/>
            </a:pPr>
            <a:r>
              <a:rPr sz="1000"/>
              <a:t>每個卡片都有「加入購物車」按鈕</a:t>
            </a:r>
            <a:endParaRPr sz="1000"/>
          </a:p>
          <a:p>
            <a:pPr algn="l">
              <a:defRPr/>
            </a:pPr>
            <a:r>
              <a:rPr sz="1000"/>
              <a:t>2. 📦 商品詳情頁</a:t>
            </a:r>
            <a:endParaRPr sz="1000"/>
          </a:p>
          <a:p>
            <a:pPr algn="l">
              <a:defRPr/>
            </a:pPr>
            <a:r>
              <a:rPr sz="1000"/>
              <a:t>功能：</a:t>
            </a:r>
            <a:endParaRPr sz="1000"/>
          </a:p>
          <a:p>
            <a:pPr algn="l">
              <a:defRPr/>
            </a:pPr>
            <a:r>
              <a:rPr sz="1000"/>
              <a:t>顯示單一商品完整資訊（名稱、圖片、描述、價格、分類）</a:t>
            </a:r>
            <a:endParaRPr sz="1000"/>
          </a:p>
          <a:p>
            <a:pPr algn="l">
              <a:defRPr/>
            </a:pPr>
            <a:r>
              <a:rPr sz="1000"/>
              <a:t>可選擇數量</a:t>
            </a:r>
            <a:endParaRPr sz="1000"/>
          </a:p>
          <a:p>
            <a:pPr algn="l">
              <a:defRPr/>
            </a:pPr>
            <a:r>
              <a:rPr sz="1000"/>
              <a:t>加入購物車按鈕</a:t>
            </a:r>
            <a:endParaRPr sz="1000"/>
          </a:p>
          <a:p>
            <a:pPr algn="l">
              <a:defRPr/>
            </a:pPr>
            <a:r>
              <a:rPr sz="1000"/>
              <a:t>UI 建議：</a:t>
            </a:r>
            <a:endParaRPr sz="1000"/>
          </a:p>
          <a:p>
            <a:pPr algn="l">
              <a:defRPr/>
            </a:pPr>
            <a:r>
              <a:rPr sz="1000"/>
              <a:t>圖片放左邊，資訊放右邊</a:t>
            </a:r>
            <a:endParaRPr sz="1000"/>
          </a:p>
          <a:p>
            <a:pPr algn="l">
              <a:defRPr/>
            </a:pPr>
            <a:r>
              <a:rPr sz="1000"/>
              <a:t>「返回」按鈕</a:t>
            </a:r>
            <a:endParaRPr sz="1000"/>
          </a:p>
          <a:p>
            <a:pPr algn="l">
              <a:defRPr/>
            </a:pPr>
            <a:r>
              <a:rPr sz="1000"/>
              <a:t>「加入購物車」按鈕明顯、吸引人</a:t>
            </a:r>
            <a:endParaRPr sz="1000"/>
          </a:p>
          <a:p>
            <a:pPr algn="l">
              <a:defRPr/>
            </a:pPr>
            <a:r>
              <a:rPr sz="1000"/>
              <a:t>3. 🛒 購物車頁</a:t>
            </a:r>
            <a:endParaRPr sz="1000"/>
          </a:p>
          <a:p>
            <a:pPr algn="l">
              <a:defRPr/>
            </a:pPr>
            <a:r>
              <a:rPr sz="1000"/>
              <a:t>功能：</a:t>
            </a:r>
            <a:endParaRPr sz="1000"/>
          </a:p>
          <a:p>
            <a:pPr algn="l">
              <a:defRPr/>
            </a:pPr>
            <a:r>
              <a:rPr sz="1000"/>
              <a:t>顯示已加入購物車的商品（圖片、名稱、價格、數量）</a:t>
            </a:r>
            <a:endParaRPr sz="1000"/>
          </a:p>
          <a:p>
            <a:pPr algn="l">
              <a:defRPr/>
            </a:pPr>
            <a:r>
              <a:rPr sz="1000"/>
              <a:t>可調整商品數量</a:t>
            </a:r>
            <a:endParaRPr sz="1000"/>
          </a:p>
          <a:p>
            <a:pPr algn="l">
              <a:defRPr/>
            </a:pPr>
            <a:r>
              <a:rPr sz="1000"/>
              <a:t>可刪除單一商品</a:t>
            </a:r>
            <a:endParaRPr sz="1000"/>
          </a:p>
          <a:p>
            <a:pPr algn="l">
              <a:defRPr/>
            </a:pPr>
            <a:r>
              <a:rPr sz="1000"/>
              <a:t>顯示「小計」、「總金額」</a:t>
            </a:r>
            <a:endParaRPr sz="1000"/>
          </a:p>
          <a:p>
            <a:pPr algn="l">
              <a:defRPr/>
            </a:pPr>
            <a:r>
              <a:rPr sz="1000"/>
              <a:t>「繼續購物」 / 「前往結帳」按鈕</a:t>
            </a:r>
            <a:endParaRPr sz="1000"/>
          </a:p>
          <a:p>
            <a:pPr algn="l">
              <a:defRPr/>
            </a:pPr>
            <a:r>
              <a:rPr sz="1000"/>
              <a:t>UI 建議：</a:t>
            </a:r>
            <a:endParaRPr sz="1000"/>
          </a:p>
          <a:p>
            <a:pPr algn="l">
              <a:defRPr/>
            </a:pPr>
            <a:r>
              <a:rPr sz="1000"/>
              <a:t>使用表格或清單列出商品</a:t>
            </a:r>
            <a:endParaRPr sz="1000"/>
          </a:p>
          <a:p>
            <a:pPr algn="l">
              <a:defRPr/>
            </a:pPr>
            <a:r>
              <a:rPr sz="1000"/>
              <a:t>右側或底部顯示總金額</a:t>
            </a:r>
            <a:endParaRPr sz="1000"/>
          </a:p>
          <a:p>
            <a:pPr algn="l">
              <a:defRPr/>
            </a:pPr>
            <a:r>
              <a:rPr sz="1000"/>
              <a:t>4. 💳 結帳頁（Checkout）</a:t>
            </a:r>
            <a:endParaRPr sz="1000"/>
          </a:p>
          <a:p>
            <a:pPr algn="l">
              <a:defRPr/>
            </a:pPr>
            <a:r>
              <a:rPr sz="1000"/>
              <a:t>功能：</a:t>
            </a:r>
            <a:endParaRPr sz="1000"/>
          </a:p>
          <a:p>
            <a:pPr algn="l">
              <a:defRPr/>
            </a:pPr>
            <a:r>
              <a:rPr sz="1000"/>
              <a:t>模擬填寫收件人、地址、付款方式</a:t>
            </a:r>
            <a:endParaRPr sz="1000"/>
          </a:p>
          <a:p>
            <a:pPr algn="l">
              <a:defRPr/>
            </a:pPr>
            <a:r>
              <a:rPr sz="1000"/>
              <a:t>確認訂單內容與總金額</a:t>
            </a:r>
            <a:endParaRPr sz="1000"/>
          </a:p>
          <a:p>
            <a:pPr algn="l">
              <a:defRPr/>
            </a:pPr>
            <a:r>
              <a:rPr sz="1000"/>
              <a:t>點擊「提交訂單」 → 顯示成功畫面</a:t>
            </a:r>
            <a:endParaRPr sz="1000"/>
          </a:p>
          <a:p>
            <a:pPr algn="l">
              <a:defRPr/>
            </a:pPr>
            <a:r>
              <a:rPr sz="1000"/>
              <a:t>UI 建議：</a:t>
            </a:r>
            <a:endParaRPr sz="1000"/>
          </a:p>
          <a:p>
            <a:pPr algn="l">
              <a:defRPr/>
            </a:pPr>
            <a:r>
              <a:rPr sz="1000"/>
              <a:t>表單風格簡潔</a:t>
            </a:r>
            <a:endParaRPr sz="1000"/>
          </a:p>
          <a:p>
            <a:pPr algn="l">
              <a:defRPr/>
            </a:pPr>
            <a:r>
              <a:rPr sz="1000"/>
              <a:t>提交後可導向一個「感謝頁」或彈出「訂單成功」訊息</a:t>
            </a:r>
            <a:endParaRPr sz="1000"/>
          </a:p>
          <a:p>
            <a:pPr algn="l">
              <a:defRPr/>
            </a:pPr>
            <a:r>
              <a:rPr sz="1000"/>
              <a:t>5. ✅ 訂單完成頁（感謝頁）</a:t>
            </a:r>
            <a:endParaRPr sz="1000"/>
          </a:p>
          <a:p>
            <a:pPr algn="l">
              <a:defRPr/>
            </a:pPr>
            <a:r>
              <a:rPr sz="1000"/>
              <a:t>功能：</a:t>
            </a:r>
            <a:endParaRPr sz="1000"/>
          </a:p>
          <a:p>
            <a:pPr algn="l">
              <a:defRPr/>
            </a:pPr>
            <a:r>
              <a:rPr sz="1000"/>
              <a:t>顯示感謝訊息與訂單編號（可假造）</a:t>
            </a:r>
            <a:endParaRPr sz="1000"/>
          </a:p>
          <a:p>
            <a:pPr algn="l">
              <a:defRPr/>
            </a:pPr>
            <a:r>
              <a:rPr sz="1000"/>
              <a:t>提供「返回首頁」按鈕</a:t>
            </a:r>
            <a:endParaRPr sz="1000"/>
          </a:p>
        </p:txBody>
      </p:sp>
      <p:sp>
        <p:nvSpPr>
          <p:cNvPr id="1829517409" name=""/>
          <p:cNvSpPr txBox="1"/>
          <p:nvPr/>
        </p:nvSpPr>
        <p:spPr bwMode="auto">
          <a:xfrm flipH="0" flipV="0">
            <a:off x="262294" y="417533"/>
            <a:ext cx="7041573" cy="2560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我想使用這個API:</a:t>
            </a:r>
            <a:r>
              <a:rPr lang="zh-TW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https://fakeapi.platzi.com/en/rest/products/"/>
              </a:rPr>
              <a:t>https://fakeapi.platzi.com/en/rest/products/</a:t>
            </a:r>
            <a:endParaRPr/>
          </a:p>
          <a:p>
            <a:pPr>
              <a:defRPr/>
            </a:pPr>
            <a:r>
              <a:rPr/>
              <a:t>練習做一個購物車專案放在我的履歷裡</a:t>
            </a:r>
            <a:endParaRPr/>
          </a:p>
          <a:p>
            <a:pPr>
              <a:defRPr/>
            </a:pPr>
            <a:r>
              <a:rPr/>
              <a:t>我會使用vue3，並使用router，但我還沒用過router。</a:t>
            </a:r>
            <a:endParaRPr/>
          </a:p>
          <a:p>
            <a:pPr>
              <a:defRPr/>
            </a:pPr>
            <a:r>
              <a:rPr/>
              <a:t>希望你可以引導我兩周內慢慢完成這個專案，但先不要給我程式碼，</a:t>
            </a:r>
            <a:endParaRPr/>
          </a:p>
          <a:p>
            <a:pPr>
              <a:defRPr/>
            </a:pPr>
            <a:r>
              <a:rPr/>
              <a:t>我想自己寫看看。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以下是你上次給我的結構建議: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246117" name=""/>
          <p:cNvSpPr/>
          <p:nvPr/>
        </p:nvSpPr>
        <p:spPr bwMode="auto">
          <a:xfrm flipH="0" flipV="0">
            <a:off x="99389" y="428865"/>
            <a:ext cx="12097964" cy="600026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步驟概覽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設置基礎結構與路由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首先，確保你的 </a:t>
            </a:r>
            <a:r>
              <a:rPr sz="16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Vue Router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已經正確設置，並且你已經有一個大概的頁面結構。這部分你已經完成了，所以你現在可以確保首頁、商品詳情頁、購物車頁等路由都正確指向對應的組件。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在這裡，你只需要集中於頁面結構和導航功能，這樣後續的內容就能順利嵌套進去。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首頁商品清單頁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這是最先要完成的頁面，因為這個頁面會包含從 API 載入商品並顯示商品卡片的功能。你需要先學習如何透過 API 抓取資料（例如使用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fetch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或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axios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），並且在頁面中顯示商品的基本資料（如圖片、名稱、價格）。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商品的顯示可以是簡單的卡片，並且每個卡片上要有「加入購物車」按鈕。這個功能不必一開始就與購物車進行實際交互，只需要模擬加到購物車的動作即可。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商品詳情頁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當用戶點擊某個商品的圖片或名稱後，應該跳轉到商品詳情頁，這時你需要根據商品 ID 從 API 或本地資料中抓取並顯示該商品的詳細信息。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商品詳情頁包含：圖片、描述、價格、數量選擇器、以及加入購物車的按鈕。這個部分的重點是讓用戶能夠清楚看到商品的詳細內容並選擇數量。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購物車頁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購物車頁是個非常重要的頁面，這裡會顯示已經加入購物車的商品，並且用戶可以在此頁面修改商品數量或刪除商品。你需要建立一個購物車的狀態管理機制（可以用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ref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或 </a:t>
            </a:r>
            <a:r>
              <a:rPr sz="16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reactive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等 Vue 的狀態管理方法）。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這個頁面應該顯示商品的圖片、名稱、價格、數量、總價。並且會有「繼續購物」或「前往結帳」的按鈕。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結帳頁面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結帳頁面會模擬填寫地址、付款方式等資訊。這一部分需要處理表單輸入並且顯示訂單的總金額。在用戶點擊「提交訂單」後，會跳轉到「感謝頁」，模擬一個訂單完成的情境。</a:t>
            </a:r>
            <a:endParaRPr sz="1600"/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感謝頁（訂單完成頁）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當用戶完成結帳後，應該顯示訂單完成的感謝訊息，並且展示訂單編號（可以是假造的）。此外，還應該提供返回首頁的選項。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12555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93081" y="317635"/>
            <a:ext cx="8023411" cy="62465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0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1239499" cy="6362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387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4314" y="360626"/>
            <a:ext cx="8190686" cy="5790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9706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11068049" cy="6210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738535" name=""/>
          <p:cNvSpPr/>
          <p:nvPr/>
        </p:nvSpPr>
        <p:spPr bwMode="auto">
          <a:xfrm>
            <a:off x="4777490" y="180792"/>
            <a:ext cx="7313398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pic>
        <p:nvPicPr>
          <p:cNvPr id="1247759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479" y="63360"/>
            <a:ext cx="5953235" cy="6706174"/>
          </a:xfrm>
          <a:prstGeom prst="rect">
            <a:avLst/>
          </a:prstGeom>
        </p:spPr>
      </p:pic>
      <p:pic>
        <p:nvPicPr>
          <p:cNvPr id="87323441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152029" y="100530"/>
            <a:ext cx="5871624" cy="6631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ONLYOFFICE/8.1.0.169</Application>
  <DocSecurity>0</DocSecurity>
  <PresentationFormat>Widescreen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7</cp:revision>
  <dcterms:modified xsi:type="dcterms:W3CDTF">2026-01-23T09:04:54Z</dcterms:modified>
  <cp:category/>
  <cp:contentStatus/>
  <cp:version/>
</cp:coreProperties>
</file>